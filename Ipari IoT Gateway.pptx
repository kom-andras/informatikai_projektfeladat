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4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6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3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5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4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4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059EBCD-C204-43C2-9286-400775FCE5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60EDF1A-F6E2-4CA0-8292-57D0D597D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0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683913-5487-AEE5-40E3-7333D637E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Ipari </a:t>
            </a:r>
            <a:r>
              <a:rPr lang="hu-HU" dirty="0" err="1"/>
              <a:t>IoT</a:t>
            </a:r>
            <a:r>
              <a:rPr lang="hu-HU" dirty="0"/>
              <a:t> </a:t>
            </a:r>
            <a:r>
              <a:rPr lang="hu-HU" dirty="0" err="1"/>
              <a:t>Gateway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79DD869-B12D-D63D-49AA-2F8C20B42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Komlósi András</a:t>
            </a:r>
          </a:p>
          <a:p>
            <a:r>
              <a:rPr lang="hu-HU" dirty="0" err="1"/>
              <a:t>Neptun</a:t>
            </a:r>
            <a:r>
              <a:rPr lang="hu-HU" dirty="0"/>
              <a:t>-kód: UA5ECL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CE5903-EB9C-D8F2-0C00-22FCEC52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projektről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CD5B7B-0E73-98C9-6F32-ED3960640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Egy demonstrációs </a:t>
            </a:r>
            <a:r>
              <a:rPr lang="hu-HU" b="1" dirty="0"/>
              <a:t>ipari </a:t>
            </a:r>
            <a:r>
              <a:rPr lang="hu-HU" b="1" dirty="0" err="1"/>
              <a:t>IoT</a:t>
            </a:r>
            <a:r>
              <a:rPr lang="hu-HU" b="1" dirty="0"/>
              <a:t> </a:t>
            </a:r>
            <a:r>
              <a:rPr lang="hu-HU" b="1" dirty="0" err="1"/>
              <a:t>gateway</a:t>
            </a:r>
            <a:r>
              <a:rPr lang="hu-HU" b="1" dirty="0"/>
              <a:t> rendszer</a:t>
            </a:r>
            <a:r>
              <a:rPr lang="hu-HU" dirty="0"/>
              <a:t>, amely több szenzor </a:t>
            </a:r>
            <a:r>
              <a:rPr lang="hu-HU" dirty="0" err="1"/>
              <a:t>node-ról</a:t>
            </a:r>
            <a:r>
              <a:rPr lang="hu-HU" dirty="0"/>
              <a:t> gyűjt adatokat, majd azokat egy </a:t>
            </a:r>
            <a:r>
              <a:rPr lang="hu-HU" dirty="0" err="1"/>
              <a:t>edge</a:t>
            </a:r>
            <a:r>
              <a:rPr lang="hu-HU" dirty="0"/>
              <a:t> </a:t>
            </a:r>
            <a:r>
              <a:rPr lang="hu-HU" dirty="0" err="1"/>
              <a:t>gateway</a:t>
            </a:r>
            <a:r>
              <a:rPr lang="hu-HU" dirty="0"/>
              <a:t>-n keresztül feldolgozza, eltárolja és vizualizálja.</a:t>
            </a:r>
          </a:p>
          <a:p>
            <a:r>
              <a:rPr lang="hu-HU" dirty="0"/>
              <a:t>A projekt célja egy kis léptékű </a:t>
            </a:r>
            <a:r>
              <a:rPr lang="hu-HU" b="1" dirty="0" err="1"/>
              <a:t>Industry</a:t>
            </a:r>
            <a:r>
              <a:rPr lang="hu-HU" b="1" dirty="0"/>
              <a:t> 4.0</a:t>
            </a:r>
            <a:r>
              <a:rPr lang="hu-HU" dirty="0"/>
              <a:t> architektúra megvalósítása otthoni környezetben.</a:t>
            </a:r>
          </a:p>
          <a:p>
            <a:r>
              <a:rPr lang="hu-HU" dirty="0"/>
              <a:t>A projekt egy olyan rendszer megvalósítása, amely:</a:t>
            </a:r>
          </a:p>
          <a:p>
            <a:pPr lvl="1"/>
            <a:r>
              <a:rPr lang="hu-HU" dirty="0"/>
              <a:t>több </a:t>
            </a:r>
            <a:r>
              <a:rPr lang="hu-HU" b="1" dirty="0"/>
              <a:t>ESP32</a:t>
            </a:r>
            <a:r>
              <a:rPr lang="hu-HU" dirty="0"/>
              <a:t> alapú szenzor </a:t>
            </a:r>
            <a:r>
              <a:rPr lang="hu-HU" b="1" dirty="0" err="1"/>
              <a:t>node</a:t>
            </a:r>
            <a:r>
              <a:rPr lang="hu-HU" dirty="0" err="1"/>
              <a:t>-ról</a:t>
            </a:r>
            <a:r>
              <a:rPr lang="hu-HU" dirty="0"/>
              <a:t> gyűjt adatokat</a:t>
            </a:r>
          </a:p>
          <a:p>
            <a:pPr lvl="1"/>
            <a:r>
              <a:rPr lang="hu-HU" b="1" dirty="0"/>
              <a:t>MQTT</a:t>
            </a:r>
            <a:r>
              <a:rPr lang="hu-HU" dirty="0"/>
              <a:t> protokollon keresztül kommunikál</a:t>
            </a:r>
          </a:p>
          <a:p>
            <a:pPr lvl="1"/>
            <a:r>
              <a:rPr lang="hu-HU" dirty="0"/>
              <a:t>egy </a:t>
            </a:r>
            <a:r>
              <a:rPr lang="hu-HU" b="1" dirty="0" err="1"/>
              <a:t>Raspberry</a:t>
            </a:r>
            <a:r>
              <a:rPr lang="hu-HU" b="1" dirty="0"/>
              <a:t> Pi </a:t>
            </a:r>
            <a:r>
              <a:rPr lang="hu-HU" b="1" dirty="0" err="1"/>
              <a:t>gateway</a:t>
            </a:r>
            <a:r>
              <a:rPr lang="hu-HU" dirty="0"/>
              <a:t> dolgozza fel az adatokat</a:t>
            </a:r>
          </a:p>
          <a:p>
            <a:pPr lvl="1"/>
            <a:r>
              <a:rPr lang="hu-HU" dirty="0"/>
              <a:t>az adatokat idősoros adatbázisban tárolja</a:t>
            </a:r>
          </a:p>
          <a:p>
            <a:pPr lvl="1"/>
            <a:r>
              <a:rPr lang="hu-HU" dirty="0"/>
              <a:t>egy webes </a:t>
            </a:r>
            <a:r>
              <a:rPr lang="hu-HU" dirty="0" err="1"/>
              <a:t>dashboardon</a:t>
            </a:r>
            <a:r>
              <a:rPr lang="hu-HU" dirty="0"/>
              <a:t> jeleníti meg az adatokat A rendszer demonstrálja az </a:t>
            </a:r>
            <a:r>
              <a:rPr lang="hu-HU" dirty="0" err="1"/>
              <a:t>edge</a:t>
            </a:r>
            <a:r>
              <a:rPr lang="hu-HU" dirty="0"/>
              <a:t> </a:t>
            </a:r>
            <a:r>
              <a:rPr lang="hu-HU" dirty="0" err="1"/>
              <a:t>computing</a:t>
            </a:r>
            <a:r>
              <a:rPr lang="hu-HU" dirty="0"/>
              <a:t>, </a:t>
            </a:r>
            <a:r>
              <a:rPr lang="hu-HU" dirty="0" err="1"/>
              <a:t>IoT</a:t>
            </a:r>
            <a:r>
              <a:rPr lang="hu-HU" dirty="0"/>
              <a:t> kommunikáció és adatvizualizáció alapelveit.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8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2AB5A6-7FC8-385F-1B99-FFC57314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Raspberry</a:t>
            </a:r>
            <a:r>
              <a:rPr lang="hu-HU" dirty="0"/>
              <a:t> pi telepítése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5E116B-4E85-0606-5622-F8CCE5876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Felhasznált hardware: </a:t>
            </a:r>
            <a:r>
              <a:rPr lang="hu-HU" dirty="0" err="1"/>
              <a:t>Raspberry</a:t>
            </a:r>
            <a:r>
              <a:rPr lang="hu-HU" dirty="0"/>
              <a:t> Pi 4B 4Gb</a:t>
            </a:r>
          </a:p>
          <a:p>
            <a:r>
              <a:rPr lang="hu-HU" dirty="0"/>
              <a:t>A telepítéshez a </a:t>
            </a:r>
            <a:r>
              <a:rPr lang="hu-HU" dirty="0" err="1"/>
              <a:t>Raspberry</a:t>
            </a:r>
            <a:r>
              <a:rPr lang="hu-HU" dirty="0"/>
              <a:t> Pi </a:t>
            </a:r>
            <a:r>
              <a:rPr lang="hu-HU" dirty="0" err="1"/>
              <a:t>Imagert</a:t>
            </a:r>
            <a:r>
              <a:rPr lang="hu-HU" dirty="0"/>
              <a:t> használtam és egy </a:t>
            </a:r>
            <a:r>
              <a:rPr lang="hu-HU" dirty="0" err="1"/>
              <a:t>Raspberry</a:t>
            </a:r>
            <a:r>
              <a:rPr lang="hu-HU" dirty="0"/>
              <a:t> pi OS-t telepítettem, beállítottam a wifi jelszót is és a Pi </a:t>
            </a:r>
            <a:r>
              <a:rPr lang="hu-HU" dirty="0" err="1"/>
              <a:t>Connectet</a:t>
            </a:r>
            <a:r>
              <a:rPr lang="hu-HU" dirty="0"/>
              <a:t> is, ami igazából a </a:t>
            </a:r>
            <a:r>
              <a:rPr lang="hu-HU" dirty="0" err="1"/>
              <a:t>Raspberry</a:t>
            </a:r>
            <a:r>
              <a:rPr lang="hu-HU" dirty="0"/>
              <a:t> beépített távoli asztal alkalmazása, így bárhonnan hozzá lehet férni a pi-hoz. Ez nem feltétlenül szükséges, elég az SSH-t beállítani.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78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9B3AA5-A24C-8364-BF24-99EB3B6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Node</a:t>
            </a:r>
            <a:r>
              <a:rPr lang="hu-HU" dirty="0"/>
              <a:t>-ok beállítása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5FCB5F-06A9-687B-714C-6D1986F4C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Én </a:t>
            </a:r>
            <a:r>
              <a:rPr lang="hu-HU" dirty="0" err="1"/>
              <a:t>Node</a:t>
            </a:r>
            <a:r>
              <a:rPr lang="hu-HU" dirty="0"/>
              <a:t>-oknak ESP32-es mikrovezérlőket </a:t>
            </a:r>
            <a:r>
              <a:rPr lang="hu-HU" dirty="0" err="1"/>
              <a:t>hasznátam</a:t>
            </a:r>
            <a:r>
              <a:rPr lang="hu-HU" dirty="0"/>
              <a:t>. Először a teszt kedvéért egy </a:t>
            </a:r>
            <a:r>
              <a:rPr lang="hu-HU" dirty="0" err="1"/>
              <a:t>potmétert</a:t>
            </a:r>
            <a:r>
              <a:rPr lang="hu-HU" dirty="0"/>
              <a:t> kötöttem hozzá, a 3-as </a:t>
            </a:r>
            <a:r>
              <a:rPr lang="hu-HU" dirty="0" err="1"/>
              <a:t>pinre</a:t>
            </a:r>
            <a:r>
              <a:rPr lang="hu-HU" dirty="0"/>
              <a:t> és feltöltöttem a kódot (</a:t>
            </a:r>
            <a:r>
              <a:rPr lang="hu-HU" dirty="0" err="1"/>
              <a:t>mqtt_node_potmeter.ino</a:t>
            </a:r>
            <a:r>
              <a:rPr lang="hu-HU" dirty="0"/>
              <a:t>). Egy másik </a:t>
            </a:r>
            <a:r>
              <a:rPr lang="hu-HU" dirty="0" err="1"/>
              <a:t>node-ra</a:t>
            </a:r>
            <a:r>
              <a:rPr lang="hu-HU" dirty="0"/>
              <a:t> egy fény ellenállást és egy dupla relé modult kötöttem. (</a:t>
            </a:r>
            <a:r>
              <a:rPr lang="hu-HU" dirty="0" err="1"/>
              <a:t>mqtt_node_LDR.ino</a:t>
            </a:r>
            <a:r>
              <a:rPr lang="hu-HU" dirty="0"/>
              <a:t>) Később azt is beállítottam, hogy az esp32 </a:t>
            </a:r>
            <a:r>
              <a:rPr lang="hu-HU" dirty="0" err="1"/>
              <a:t>ledjeit</a:t>
            </a:r>
            <a:r>
              <a:rPr lang="hu-HU" dirty="0"/>
              <a:t> is lehessen kapcsolgatni. A két ESP32 két külön </a:t>
            </a:r>
            <a:r>
              <a:rPr lang="hu-HU" dirty="0" err="1"/>
              <a:t>topicra</a:t>
            </a:r>
            <a:r>
              <a:rPr lang="hu-HU" dirty="0"/>
              <a:t> kapja az utasításokat és küldi az adatokat.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72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1D4C-0AC3-E9BB-630B-BFE6D3FE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9479DC-8C9C-86D3-10EC-87002622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Node</a:t>
            </a:r>
            <a:r>
              <a:rPr lang="hu-HU" dirty="0"/>
              <a:t>-ok beállítása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B5C291-0ECA-8E62-2EBB-535D0A05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Adatok amit küldenek:</a:t>
            </a:r>
            <a:endParaRPr lang="hu-HU" dirty="0"/>
          </a:p>
          <a:p>
            <a:pPr lvl="1"/>
            <a:r>
              <a:rPr lang="hu-HU" dirty="0"/>
              <a:t>Fényellenállás(%)</a:t>
            </a:r>
          </a:p>
          <a:p>
            <a:pPr lvl="1"/>
            <a:r>
              <a:rPr lang="hu-HU" dirty="0" err="1"/>
              <a:t>potméter</a:t>
            </a:r>
            <a:r>
              <a:rPr lang="hu-HU" dirty="0"/>
              <a:t>(%)</a:t>
            </a:r>
          </a:p>
          <a:p>
            <a:pPr lvl="1"/>
            <a:r>
              <a:rPr lang="hu-HU" dirty="0"/>
              <a:t>LED-ek állapota(0-1)</a:t>
            </a:r>
          </a:p>
          <a:p>
            <a:pPr lvl="1"/>
            <a:r>
              <a:rPr lang="hu-HU" dirty="0"/>
              <a:t>Relék állapota(0-1)</a:t>
            </a:r>
          </a:p>
          <a:p>
            <a:r>
              <a:rPr lang="hu-HU" b="1" dirty="0"/>
              <a:t>Adatok amit kapnak:</a:t>
            </a:r>
            <a:endParaRPr lang="hu-HU" dirty="0"/>
          </a:p>
          <a:p>
            <a:pPr lvl="1"/>
            <a:r>
              <a:rPr lang="hu-HU" dirty="0"/>
              <a:t>LED-ek bekapcsolása(0-1)</a:t>
            </a:r>
          </a:p>
          <a:p>
            <a:pPr lvl="1"/>
            <a:r>
              <a:rPr lang="hu-HU" dirty="0"/>
              <a:t>Relék bekapcsolása(0-1)</a:t>
            </a:r>
          </a:p>
        </p:txBody>
      </p:sp>
    </p:spTree>
    <p:extLst>
      <p:ext uri="{BB962C8B-B14F-4D97-AF65-F5344CB8AC3E}">
        <p14:creationId xmlns:p14="http://schemas.microsoft.com/office/powerpoint/2010/main" val="30973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07E73F-1BAE-24DC-6A07-7C94975E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Node</a:t>
            </a:r>
            <a:r>
              <a:rPr lang="hu-HU" dirty="0"/>
              <a:t>-RED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D2D722-66BD-C8B8-25D6-26B725505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Böngészőbe beírva a </a:t>
            </a:r>
            <a:r>
              <a:rPr lang="hu-HU" dirty="0" err="1"/>
              <a:t>raspberry</a:t>
            </a:r>
            <a:r>
              <a:rPr lang="hu-HU" dirty="0"/>
              <a:t> pi </a:t>
            </a:r>
            <a:r>
              <a:rPr lang="hu-HU" dirty="0" err="1"/>
              <a:t>ip</a:t>
            </a:r>
            <a:r>
              <a:rPr lang="hu-HU" dirty="0"/>
              <a:t> címét és a :1880-as </a:t>
            </a:r>
            <a:r>
              <a:rPr lang="hu-HU" dirty="0" err="1"/>
              <a:t>portot</a:t>
            </a:r>
            <a:r>
              <a:rPr lang="hu-HU" dirty="0"/>
              <a:t> megjelenik előttünk a felület</a:t>
            </a:r>
          </a:p>
        </p:txBody>
      </p:sp>
    </p:spTree>
    <p:extLst>
      <p:ext uri="{BB962C8B-B14F-4D97-AF65-F5344CB8AC3E}">
        <p14:creationId xmlns:p14="http://schemas.microsoft.com/office/powerpoint/2010/main" val="345878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DF067C00-6251-F5E5-A590-D51621BCC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850"/>
            <a:ext cx="12192000" cy="60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4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0D506D8-2247-894D-67EA-D8F506B53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426"/>
            <a:ext cx="12192000" cy="60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9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65E57-DC7A-CE61-C661-EB0802B0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3DD4E08-68AE-DA90-4D50-A6947F05D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01"/>
            <a:ext cx="12192000" cy="604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8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5058-7AB8-D698-0A6A-E3E67834D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A7CD916-7638-E9F8-E168-3F430C516FE0}"/>
              </a:ext>
            </a:extLst>
          </p:cNvPr>
          <p:cNvSpPr/>
          <p:nvPr/>
        </p:nvSpPr>
        <p:spPr>
          <a:xfrm>
            <a:off x="8353425" y="2038350"/>
            <a:ext cx="590550" cy="952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129BD50-C681-BADD-0218-068238E4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31"/>
            <a:ext cx="12192000" cy="60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4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EB3D-4F9B-002F-D753-4DC485B8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ED2A8760-D663-D094-1E87-9FD7D54E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01"/>
            <a:ext cx="12192000" cy="604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7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FD1B2-C611-C9D7-E67A-8D61ACF6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F745FAC-F4C3-279F-1774-AFD9DDE9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825"/>
            <a:ext cx="12192000" cy="60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2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F710-87BF-DF4C-562E-522BB65D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DE0CE5C-6E80-E3C3-C196-79179546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178"/>
            <a:ext cx="12192000" cy="603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34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A46C15CA-8DC3-2098-5443-E30C4C87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961"/>
            <a:ext cx="12192000" cy="60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51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41B20266-D0FB-1938-B827-F2D4E069F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01"/>
            <a:ext cx="12192000" cy="604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25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4FC95B75-C926-077E-0FFD-406EE8BAD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7439" cy="6858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50901A8-BB91-0DD7-A49B-A2DC0D5F2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39" y="0"/>
            <a:ext cx="308743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C5EB520-6650-A7D1-A932-FF632D0BA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78" y="0"/>
            <a:ext cx="3087439" cy="68580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418733C-5491-5EB7-E699-74F0FBE94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317" y="0"/>
            <a:ext cx="308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6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23A1099-6CA8-57AE-78BE-A1C53BC0F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61" y="0"/>
            <a:ext cx="3087439" cy="6858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5BFE1F5-004F-81CD-05B3-64B954003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08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6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299</Words>
  <Application>Microsoft Office PowerPoint</Application>
  <PresentationFormat>Szélesvásznú</PresentationFormat>
  <Paragraphs>28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Ipari IoT Gateway</vt:lpstr>
      <vt:lpstr>A projektről</vt:lpstr>
      <vt:lpstr>Raspberry pi telepítése</vt:lpstr>
      <vt:lpstr>Node-ok beállítása</vt:lpstr>
      <vt:lpstr>Node-ok beállítása</vt:lpstr>
      <vt:lpstr>Node-RED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Komlósi András</dc:creator>
  <cp:lastModifiedBy>Komlósi András</cp:lastModifiedBy>
  <cp:revision>1</cp:revision>
  <dcterms:created xsi:type="dcterms:W3CDTF">2026-04-23T15:41:29Z</dcterms:created>
  <dcterms:modified xsi:type="dcterms:W3CDTF">2026-04-23T16:18:54Z</dcterms:modified>
</cp:coreProperties>
</file>